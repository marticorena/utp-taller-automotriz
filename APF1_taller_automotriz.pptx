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766E-CD89-3CF5-465F-D57C609B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E07A5C-CDD9-6A4D-63F5-7ED7555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2801A-FFB8-3B4E-7260-77D8B34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079A-BD87-1DB5-E05A-8092EA5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D1082-E65D-0318-E0CF-A833280D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500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29317-3366-717F-BA0C-76421B20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6606D-DB44-75EF-4F9A-B84DC12E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D9F8F-E76A-8F1E-C460-D0475E1A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CA404-C2D9-EA19-0AD0-B1ACBF8D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95459-A203-7717-76B2-C57891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06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43D7-F413-76FC-AD6D-CCE6B7D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818FE-AA97-83C2-2A1A-47067912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B472D-D9F5-06F0-E097-A67659D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F8B55-C1BA-399A-8BB8-A0BFF610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66D55-0D60-37EC-C6C9-0FE74154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0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620B3-F0AB-F1FA-BE44-E338ACFE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B3DEE-6A25-A2F6-EB39-7BF1BBC64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36D11-88DA-5195-AC39-F8680ADC1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3584B-96AC-8204-4EEE-47E2AD6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86D50-BDEE-08CA-D597-444BA829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C9A05-F103-1E77-A809-B94C8731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0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DAA-F5F9-4ABD-CA63-AFFD728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F1C9D-3F7C-812B-3527-7746A19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56DF36-5287-5B08-86DD-3D44A2B4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B44436-689A-9A6B-7922-66BDAA2CA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EF7115-963B-B564-671F-72E69679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ED49AB-08FD-782A-51F6-523DE67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61B916-6CAA-C969-925F-829DD62A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64DF3C-44A1-6656-C359-5F1EF231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65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76B52-CF41-4B0D-B7A1-7D1A335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1CF749-7A96-0690-80F5-83E11BC5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5C612-6FF6-27CC-DFFA-A65F6DD1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8BBBA5-A014-36A8-AC67-7CC8637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265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E7F100-CEC6-F4DD-6A0A-9C817B34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8A7E4E-A7E8-1245-9A0F-76D1410C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988B6A-BEBC-E036-E4BE-5883031E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3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C4C15-E095-FFE6-A05C-23047623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EF6C0-3A97-DE35-811D-B82A4CA3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EDF345-CEB0-D51B-33BA-DA2511B8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2DA6B-D46D-351F-27B7-B3AC81CC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CC241-3BB0-2C7B-6454-B390354C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66ED0-E8BE-555C-0408-49940B2F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24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2879-E414-ECB5-8CD4-C7C06701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ECFA52-9FA3-06B1-82AA-CBAC18FC0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41E92-CFAF-6307-020D-AEC209E3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00FD2-B285-3451-2A85-42A7087F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1C44A-21FB-56CB-203D-AD7733E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32DE41-195D-24EA-238D-BA527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715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C3F0-EEEA-6DD1-C810-A19A6AE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EE6CD-5C3C-D910-D134-8D20DA10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84918-EC95-D593-E10A-74D25AB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12FBE-A0E0-E6EE-1906-62E3BD1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05071-55B7-E5E8-C6B9-4F7067F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D8FED-D1AF-7914-6F58-3C1D496CB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3FAEA-BE00-FC92-9116-64237E4E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EC221-0508-5153-8B6C-EF1A64B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735E8-78C5-FF7D-677F-739F9D0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976F4-B7F3-184D-CE2D-920A22F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97CF-0FE9-4961-5F55-FC2571A4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81535B-F805-A748-673E-8F9E3E96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C91CE4-472C-EEF9-1046-4EE127D5A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5141-521D-4C20-98E1-37B4FE814EAD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2AE-4F08-E6C3-5851-1CBEC30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8EDA9A-42AD-7903-CDCA-A1D8075E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5798-60B5-4C06-B5E3-F9D900FF2E6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C5FAAD9-24B9-4589-7E07-599CD86E9A5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084762721"/>
              </p:ext>
            </p:extLst>
          </p:nvPr>
        </p:nvGraphicFramePr>
        <p:xfrm>
          <a:off x="498835" y="2118339"/>
          <a:ext cx="11232490" cy="3771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254">
                  <a:extLst>
                    <a:ext uri="{9D8B030D-6E8A-4147-A177-3AD203B41FA5}">
                      <a16:colId xmlns:a16="http://schemas.microsoft.com/office/drawing/2014/main" val="3529894340"/>
                    </a:ext>
                  </a:extLst>
                </a:gridCol>
                <a:gridCol w="969735">
                  <a:extLst>
                    <a:ext uri="{9D8B030D-6E8A-4147-A177-3AD203B41FA5}">
                      <a16:colId xmlns:a16="http://schemas.microsoft.com/office/drawing/2014/main" val="1499861417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4187647733"/>
                    </a:ext>
                  </a:extLst>
                </a:gridCol>
                <a:gridCol w="5065349">
                  <a:extLst>
                    <a:ext uri="{9D8B030D-6E8A-4147-A177-3AD203B41FA5}">
                      <a16:colId xmlns:a16="http://schemas.microsoft.com/office/drawing/2014/main" val="249921584"/>
                    </a:ext>
                  </a:extLst>
                </a:gridCol>
              </a:tblGrid>
              <a:tr h="404540">
                <a:tc gridSpan="4">
                  <a:txBody>
                    <a:bodyPr/>
                    <a:lstStyle/>
                    <a:p>
                      <a:pPr lvl="1" algn="ctr"/>
                      <a:r>
                        <a:rPr lang="es-PE" sz="1600" dirty="0"/>
                        <a:t>INTEGRANTES Y PARTICIPACIÓN EN EL PROYECTO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2344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lvl="0" algn="l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INTEGRANTES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</a:rPr>
                        <a:t>Coordinador</a:t>
                      </a:r>
                      <a:endParaRPr lang="es-PE" sz="1600" dirty="0">
                        <a:solidFill>
                          <a:schemeClr val="bg1"/>
                        </a:solidFill>
                      </a:endParaRP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% Cumplimiento según lo ofrecido (0%, 25%, 50%, 75%, 100%)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OBSERVACIÓN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1505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n-US" sz="1600" dirty="0"/>
                        <a:t>Almeyda Cordova, Dennis Uriel 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652640281"/>
                  </a:ext>
                </a:extLst>
              </a:tr>
              <a:tr h="714637">
                <a:tc>
                  <a:txBody>
                    <a:bodyPr/>
                    <a:lstStyle/>
                    <a:p>
                      <a:pPr lvl="0"/>
                      <a:r>
                        <a:rPr lang="en-US" sz="1600" dirty="0"/>
                        <a:t>Arias Pinedo, Cesar 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3524749152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n-US" sz="1600" dirty="0"/>
                        <a:t>Marticorena Rios, Jean </a:t>
                      </a:r>
                      <a:r>
                        <a:rPr lang="en-US" sz="1600" dirty="0" err="1"/>
                        <a:t>Duanner</a:t>
                      </a:r>
                      <a:r>
                        <a:rPr lang="en-US" sz="1600" dirty="0"/>
                        <a:t> 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SI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106793615"/>
                  </a:ext>
                </a:extLst>
              </a:tr>
              <a:tr h="704449">
                <a:tc>
                  <a:txBody>
                    <a:bodyPr/>
                    <a:lstStyle/>
                    <a:p>
                      <a:pPr lvl="0"/>
                      <a:r>
                        <a:rPr lang="en-US" sz="1600" dirty="0"/>
                        <a:t>Melgarejo Soto, Gian 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186962412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n-US" sz="1600" dirty="0"/>
                        <a:t>Taipe Flores, </a:t>
                      </a:r>
                      <a:r>
                        <a:rPr lang="en-US" sz="1600" dirty="0" err="1"/>
                        <a:t>Olices</a:t>
                      </a:r>
                      <a:endParaRPr lang="en-US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75158255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0B85FC3D-90D6-44F3-838D-7966DDE3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807468"/>
              </p:ext>
            </p:extLst>
          </p:nvPr>
        </p:nvGraphicFramePr>
        <p:xfrm>
          <a:off x="498835" y="134997"/>
          <a:ext cx="11232490" cy="190788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78371">
                  <a:extLst>
                    <a:ext uri="{9D8B030D-6E8A-4147-A177-3AD203B41FA5}">
                      <a16:colId xmlns:a16="http://schemas.microsoft.com/office/drawing/2014/main" val="433686987"/>
                    </a:ext>
                  </a:extLst>
                </a:gridCol>
                <a:gridCol w="7554119">
                  <a:extLst>
                    <a:ext uri="{9D8B030D-6E8A-4147-A177-3AD203B41FA5}">
                      <a16:colId xmlns:a16="http://schemas.microsoft.com/office/drawing/2014/main" val="1085442628"/>
                    </a:ext>
                  </a:extLst>
                </a:gridCol>
              </a:tblGrid>
              <a:tr h="296237">
                <a:tc gridSpan="2"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C00000"/>
                          </a:solidFill>
                        </a:rPr>
                        <a:t>DATOS DEL PROYECTO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73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Número de clases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21576</a:t>
                      </a:r>
                      <a:endParaRPr lang="es-E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55978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Tema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Taller Automotriz “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Lima Garage</a:t>
                      </a:r>
                      <a:r>
                        <a:rPr lang="es-ES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8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URL de plantilla elegida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ES" dirty="0"/>
                        <a:t>https://templates.hibootstrap.com/ezir/default/index.html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73570"/>
                  </a:ext>
                </a:extLst>
              </a:tr>
              <a:tr h="444849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52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08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1337E5-2757-110E-B6EC-B37F0237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 fontScale="90000"/>
          </a:bodyPr>
          <a:lstStyle/>
          <a:p>
            <a:r>
              <a:rPr lang="es-ES" sz="3300" b="1" dirty="0">
                <a:solidFill>
                  <a:schemeClr val="tx2"/>
                </a:solidFill>
              </a:rPr>
              <a:t>INFORME DE INCIDENCIAS (Opcional): </a:t>
            </a:r>
            <a:br>
              <a:rPr lang="es-ES" sz="3300" dirty="0">
                <a:solidFill>
                  <a:schemeClr val="tx2"/>
                </a:solidFill>
              </a:rPr>
            </a:br>
            <a:r>
              <a:rPr lang="es-ES" sz="3300" dirty="0">
                <a:solidFill>
                  <a:schemeClr val="tx2"/>
                </a:solidFill>
              </a:rPr>
              <a:t>En la siguiente caja de texto informe sobre cualquier incidencia ocurrida en el desarrollo de la actividad del Avance de Proyecto Final.</a:t>
            </a:r>
            <a:endParaRPr lang="es-PE" sz="3300" dirty="0">
              <a:solidFill>
                <a:schemeClr val="tx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A289F2F-9E68-1178-FE98-5CE638EB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endParaRPr lang="es-P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838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152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PowerPoint Presentation</vt:lpstr>
      <vt:lpstr>INFORME DE INCIDENCIAS (Opcional):  En la siguiente caja de texto informe sobre cualquier incidencia ocurrida en el desarrollo de la actividad del Avance de Proyecto Final.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 de grupo: 1</dc:title>
  <dc:creator>ERNESTO RODAS LEON</dc:creator>
  <cp:lastModifiedBy>ALUMNO - JEAN DUANNER MARTICORENA RIOS</cp:lastModifiedBy>
  <cp:revision>20</cp:revision>
  <dcterms:created xsi:type="dcterms:W3CDTF">2022-09-09T21:19:54Z</dcterms:created>
  <dcterms:modified xsi:type="dcterms:W3CDTF">2026-09-05T02:56:30Z</dcterms:modified>
</cp:coreProperties>
</file>